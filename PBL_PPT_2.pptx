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68" r:id="rId5"/>
    <p:sldId id="259" r:id="rId6"/>
    <p:sldId id="269" r:id="rId7"/>
    <p:sldId id="260" r:id="rId8"/>
    <p:sldId id="262" r:id="rId9"/>
    <p:sldId id="261" r:id="rId10"/>
    <p:sldId id="270" r:id="rId11"/>
    <p:sldId id="271" r:id="rId12"/>
    <p:sldId id="272" r:id="rId13"/>
    <p:sldId id="273" r:id="rId14"/>
    <p:sldId id="266" r:id="rId15"/>
    <p:sldId id="274" r:id="rId16"/>
    <p:sldId id="267" r:id="rId17"/>
    <p:sldId id="263" r:id="rId18"/>
    <p:sldId id="26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090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981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980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903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58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970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533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748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7FACB4A-C46D-47C8-95BF-463F9F42862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546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286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06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812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4586"/>
            <a:ext cx="9144000" cy="978194"/>
          </a:xfrm>
        </p:spPr>
        <p:txBody>
          <a:bodyPr>
            <a:noAutofit/>
          </a:bodyPr>
          <a:lstStyle/>
          <a:p>
            <a:r>
              <a:rPr lang="en-US" sz="3600" dirty="0"/>
              <a:t>Student Mental Health Analysis Research Project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>
            <a:normAutofit/>
          </a:bodyPr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Samarth Varshney</a:t>
            </a:r>
          </a:p>
          <a:p>
            <a:r>
              <a:rPr lang="en-IN" dirty="0"/>
              <a:t>2427030064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Dr. Onkar Singh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Mental health is a critical factor affecting students’ academic performance and overall well-being.</a:t>
            </a:r>
          </a:p>
          <a:p>
            <a:r>
              <a:rPr lang="en-US" dirty="0"/>
              <a:t>College students often face academic pressure, workload, and lifestyle challenges.</a:t>
            </a:r>
          </a:p>
          <a:p>
            <a:r>
              <a:rPr lang="en-US" dirty="0"/>
              <a:t>These factors can lead to mental health issues such as stress, anxiety, and depression.</a:t>
            </a:r>
          </a:p>
          <a:p>
            <a:r>
              <a:rPr lang="en-US" dirty="0"/>
              <a:t>Data analysis helps identify patterns and relationships in student mental health data.</a:t>
            </a:r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CA375-8CD8-9CA2-CBE8-0D34F511C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  <a:r>
              <a:rPr lang="en-US" dirty="0" err="1"/>
              <a:t>Contd</a:t>
            </a:r>
            <a:r>
              <a:rPr lang="en-US" dirty="0"/>
              <a:t>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B1C9C-747D-8633-5FFC-FBE3D0C83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Understanding mental health trends helps institutions provide better support.</a:t>
            </a:r>
          </a:p>
          <a:p>
            <a:r>
              <a:rPr lang="en-US" dirty="0"/>
              <a:t>Data analytics enables visualization and statistical understanding of mental health factors.</a:t>
            </a:r>
          </a:p>
          <a:p>
            <a:r>
              <a:rPr lang="en-US" dirty="0"/>
              <a:t>This project analyzes student mental health using survey-based data.</a:t>
            </a:r>
          </a:p>
          <a:p>
            <a:r>
              <a:rPr lang="en-US" dirty="0"/>
              <a:t>The goal is to identify key factors affecting student mental well-being.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7765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studies show academic stress is a major cause of mental health issues.</a:t>
            </a:r>
          </a:p>
          <a:p>
            <a:r>
              <a:rPr lang="en-US" dirty="0"/>
              <a:t>Research indicates sleep deprivation negatively affects mental health.</a:t>
            </a:r>
          </a:p>
          <a:p>
            <a:r>
              <a:rPr lang="en-US" dirty="0"/>
              <a:t>Students with high workload show higher anxiety levels.</a:t>
            </a:r>
          </a:p>
          <a:p>
            <a:r>
              <a:rPr lang="en-US" dirty="0"/>
              <a:t>Mental health awareness is increasing in educational institutions.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2AA1E-61E6-7E21-FBF2-67F0D7CA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 </a:t>
            </a:r>
            <a:r>
              <a:rPr lang="en-US" dirty="0" err="1"/>
              <a:t>Contd</a:t>
            </a:r>
            <a:r>
              <a:rPr lang="en-US" dirty="0"/>
              <a:t>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895F5-DD3A-39B9-3C45-C589A9E6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Survey-based analysis is widely used in mental health research.</a:t>
            </a:r>
          </a:p>
          <a:p>
            <a:r>
              <a:rPr lang="en-US" dirty="0"/>
              <a:t>Data analytics tools help identify patterns and correlations.</a:t>
            </a:r>
          </a:p>
          <a:p>
            <a:r>
              <a:rPr lang="en-US" dirty="0"/>
              <a:t>Visualization techniques improve understanding of mental health trends.</a:t>
            </a:r>
          </a:p>
          <a:p>
            <a:r>
              <a:rPr lang="en-US" dirty="0"/>
              <a:t>Early identification can help prevent severe mental health problems.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2740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College students experience mental health issues due to academic and lifestyle factors. This project analyzes student mental health data to identify patterns and contributing factors.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analyze student mental health using data analytics techniques</a:t>
            </a:r>
          </a:p>
          <a:p>
            <a:r>
              <a:rPr lang="en-US" dirty="0"/>
              <a:t>To identify patterns in depression and anxiety among students</a:t>
            </a:r>
          </a:p>
          <a:p>
            <a:r>
              <a:rPr lang="en-US" dirty="0"/>
              <a:t>To study the relationship between academic performance and mental health</a:t>
            </a:r>
          </a:p>
          <a:p>
            <a:r>
              <a:rPr lang="en-US" dirty="0"/>
              <a:t>To visualize mental health data for better understanding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Proposed Methodology (Data Collection)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1: Data Collection</a:t>
            </a:r>
            <a:endParaRPr lang="en-US" dirty="0"/>
          </a:p>
          <a:p>
            <a:r>
              <a:rPr lang="en-US" dirty="0"/>
              <a:t>Dataset obtained from Kaggle</a:t>
            </a:r>
          </a:p>
          <a:p>
            <a:r>
              <a:rPr lang="en-US" dirty="0"/>
              <a:t>Dataset contains student mental health survey responses</a:t>
            </a:r>
          </a:p>
          <a:p>
            <a:r>
              <a:rPr lang="en-US" dirty="0"/>
              <a:t>Includes gender, CGPA, depression, anxiety, and treatment data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961C-0AEA-BB16-2025-76C2636B7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Proposed Methodology (Data Preprocessing)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63FC8-AF55-7384-67EC-F27DBE980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2: Data Preprocessing</a:t>
            </a:r>
            <a:endParaRPr lang="en-US" dirty="0"/>
          </a:p>
          <a:p>
            <a:r>
              <a:rPr lang="en-US" dirty="0"/>
              <a:t>Load dataset using Python</a:t>
            </a:r>
          </a:p>
          <a:p>
            <a:r>
              <a:rPr lang="en-US" dirty="0"/>
              <a:t>Check for missing values</a:t>
            </a:r>
          </a:p>
          <a:p>
            <a:r>
              <a:rPr lang="en-US" dirty="0"/>
              <a:t>Clean and prepare data</a:t>
            </a:r>
          </a:p>
          <a:p>
            <a:r>
              <a:rPr lang="en-US" dirty="0"/>
              <a:t>Select relevant columns</a:t>
            </a:r>
          </a:p>
        </p:txBody>
      </p:sp>
    </p:spTree>
    <p:extLst>
      <p:ext uri="{BB962C8B-B14F-4D97-AF65-F5344CB8AC3E}">
        <p14:creationId xmlns:p14="http://schemas.microsoft.com/office/powerpoint/2010/main" val="3532676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9319A-207F-F1CA-B9C8-565587B41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Proposed Methodology (Data Analysis)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87F37-3B08-9B0F-9FE4-48D2DB030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3: Data Analysis</a:t>
            </a:r>
            <a:endParaRPr lang="en-US" dirty="0"/>
          </a:p>
          <a:p>
            <a:r>
              <a:rPr lang="en-US" dirty="0"/>
              <a:t>Perform statistical analysis</a:t>
            </a:r>
          </a:p>
          <a:p>
            <a:r>
              <a:rPr lang="en-US" dirty="0"/>
              <a:t>Analyze distribution of mental health conditions</a:t>
            </a:r>
          </a:p>
          <a:p>
            <a:r>
              <a:rPr lang="en-US" dirty="0"/>
              <a:t>Identify patterns and relationships</a:t>
            </a:r>
          </a:p>
        </p:txBody>
      </p:sp>
    </p:spTree>
    <p:extLst>
      <p:ext uri="{BB962C8B-B14F-4D97-AF65-F5344CB8AC3E}">
        <p14:creationId xmlns:p14="http://schemas.microsoft.com/office/powerpoint/2010/main" val="791272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72E2F-30B6-4201-6983-D84EDAB83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Proposed Methodology (Visualization)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92625-B8BF-FEE7-FF89-B57872F22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4: Data Visualization</a:t>
            </a:r>
            <a:endParaRPr lang="en-US" dirty="0"/>
          </a:p>
          <a:p>
            <a:r>
              <a:rPr lang="en-US" dirty="0"/>
              <a:t>Create graphs using Matplotlib and Seaborn</a:t>
            </a:r>
          </a:p>
          <a:p>
            <a:r>
              <a:rPr lang="en-US" dirty="0"/>
              <a:t>Gender distribution analysis</a:t>
            </a:r>
          </a:p>
          <a:p>
            <a:r>
              <a:rPr lang="en-US" dirty="0"/>
              <a:t>Depression and anxiety analysis</a:t>
            </a:r>
          </a:p>
          <a:p>
            <a:r>
              <a:rPr lang="en-US" dirty="0"/>
              <a:t>Correlation analysis</a:t>
            </a:r>
          </a:p>
        </p:txBody>
      </p:sp>
    </p:spTree>
    <p:extLst>
      <p:ext uri="{BB962C8B-B14F-4D97-AF65-F5344CB8AC3E}">
        <p14:creationId xmlns:p14="http://schemas.microsoft.com/office/powerpoint/2010/main" val="2569910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C56B9-3ADF-0F86-562D-660A47D89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Chart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181AF-0AE1-D792-82CB-ABEE60886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Data Collection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r>
              <a:rPr lang="en-IN" dirty="0"/>
              <a:t>Data Cleaning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r>
              <a:rPr lang="en-IN" dirty="0"/>
              <a:t>Data Analysis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r>
              <a:rPr lang="en-IN" dirty="0"/>
              <a:t>Data Visualization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r>
              <a:rPr lang="en-IN" dirty="0"/>
              <a:t>Result Interpretation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r>
              <a:rPr lang="en-IN" dirty="0"/>
              <a:t>Conclusion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4849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(Table)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DEA38C-841A-04BE-327B-302CBAD984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5285388"/>
              </p:ext>
            </p:extLst>
          </p:nvPr>
        </p:nvGraphicFramePr>
        <p:xfrm>
          <a:off x="838199" y="2345266"/>
          <a:ext cx="10515600" cy="357427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4448768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27174378"/>
                    </a:ext>
                  </a:extLst>
                </a:gridCol>
              </a:tblGrid>
              <a:tr h="714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Mental Health 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Number of Students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3494188"/>
                  </a:ext>
                </a:extLst>
              </a:tr>
              <a:tr h="714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Depression (Yes)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544656"/>
                  </a:ext>
                </a:extLst>
              </a:tr>
              <a:tr h="714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Depression (No)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9236318"/>
                  </a:ext>
                </a:extLst>
              </a:tr>
              <a:tr h="714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Anxiety (Yes)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1424144"/>
                  </a:ext>
                </a:extLst>
              </a:tr>
              <a:tr h="714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Anxiety (No)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2902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1F424-177F-4212-F343-8CE2E7A8F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(Graphs)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CD78E6-1C65-D1B5-5033-C8A39B19BB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6435" y="2419522"/>
            <a:ext cx="2830239" cy="21453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C37816-0E78-2A54-D3BC-B8E56CC40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435" y="4698163"/>
            <a:ext cx="2830239" cy="21461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A3C585-AF21-DC49-D437-2DB214334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2833" y="2419522"/>
            <a:ext cx="2656507" cy="21453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6A65F2-5B34-4B56-0A35-95193CF8F1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2833" y="4704589"/>
            <a:ext cx="2656507" cy="21397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8A31E3-A52F-041A-B3F1-C019D29E81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9375" y="2801207"/>
            <a:ext cx="4111992" cy="336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835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Successfully analyzed student mental health dataset</a:t>
            </a:r>
          </a:p>
          <a:p>
            <a:r>
              <a:rPr lang="en-US" dirty="0"/>
              <a:t>Identified patterns in depression and anxiety</a:t>
            </a:r>
          </a:p>
          <a:p>
            <a:r>
              <a:rPr lang="en-US" dirty="0"/>
              <a:t>Visualized mental health trends using graphs</a:t>
            </a:r>
          </a:p>
          <a:p>
            <a:r>
              <a:rPr lang="en-US" dirty="0"/>
              <a:t>Gained insights into factors affecting student mental health</a:t>
            </a:r>
          </a:p>
          <a:p>
            <a:r>
              <a:rPr lang="en-US" dirty="0"/>
              <a:t>Demonstrated use of data analytics in real-world problems</a:t>
            </a:r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Kaggle – Student Mental Health Dataset</a:t>
            </a:r>
          </a:p>
          <a:p>
            <a:r>
              <a:rPr lang="en-IN" dirty="0"/>
              <a:t>Python Documentation</a:t>
            </a:r>
          </a:p>
          <a:p>
            <a:r>
              <a:rPr lang="en-IN" dirty="0"/>
              <a:t>Pandas Documentation</a:t>
            </a:r>
          </a:p>
          <a:p>
            <a:r>
              <a:rPr lang="en-IN" dirty="0"/>
              <a:t>Seaborn Documentation</a:t>
            </a:r>
          </a:p>
          <a:p>
            <a:r>
              <a:rPr lang="en-IN" dirty="0"/>
              <a:t>Matplotlib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47</TotalTime>
  <Words>518</Words>
  <Application>Microsoft Office PowerPoint</Application>
  <PresentationFormat>Widescreen</PresentationFormat>
  <Paragraphs>99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Gill Sans MT</vt:lpstr>
      <vt:lpstr>Wingdings</vt:lpstr>
      <vt:lpstr>Parcel</vt:lpstr>
      <vt:lpstr>Student Mental Health Analysis Research Project</vt:lpstr>
      <vt:lpstr>Outline</vt:lpstr>
      <vt:lpstr>Introduction</vt:lpstr>
      <vt:lpstr>Introduction Contd…</vt:lpstr>
      <vt:lpstr>Literature Review</vt:lpstr>
      <vt:lpstr>Literature Review Contd…</vt:lpstr>
      <vt:lpstr>Problem Statement</vt:lpstr>
      <vt:lpstr>Objectives</vt:lpstr>
      <vt:lpstr>Proposed Methodology (Data Collection)</vt:lpstr>
      <vt:lpstr>Proposed Methodology (Data Preprocessing)</vt:lpstr>
      <vt:lpstr>Proposed Methodology (Data Analysis)</vt:lpstr>
      <vt:lpstr>Proposed Methodology (Visualization)</vt:lpstr>
      <vt:lpstr>Methodology Chart</vt:lpstr>
      <vt:lpstr>Result (Table) </vt:lpstr>
      <vt:lpstr>Result (Graphs)</vt:lpstr>
      <vt:lpstr>Outcome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Samarth Varshney</cp:lastModifiedBy>
  <cp:revision>10</cp:revision>
  <dcterms:created xsi:type="dcterms:W3CDTF">2025-09-29T05:03:41Z</dcterms:created>
  <dcterms:modified xsi:type="dcterms:W3CDTF">2026-02-13T06:18:59Z</dcterms:modified>
</cp:coreProperties>
</file>